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ANALYSITRISING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Subscribe to my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Now For some Bullet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Subscribe</a:t>
            </a:r>
          </a:p>
          <a:p>
            <a:pPr lvl="1"/>
            <a:r>
              <a:t>to</a:t>
            </a:r>
          </a:p>
          <a:p>
            <a:pPr lvl="2"/>
            <a:r>
              <a:t>my</a:t>
            </a:r>
          </a:p>
          <a:p>
            <a:pPr lvl="3"/>
            <a:r>
              <a:t>Channel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Time</a:t>
            </a:r>
          </a:p>
        </p:txBody>
      </p:sp>
      <p:pic>
        <p:nvPicPr>
          <p:cNvPr id="3" name="Picture 2" descr="imag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1188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8288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wn Arrow 3"/>
          <p:cNvSpPr/>
          <p:nvPr/>
        </p:nvSpPr>
        <p:spPr>
          <a:xfrm rot="5400000">
            <a:off x="5486400" y="1828800"/>
            <a:ext cx="1828800" cy="1828800"/>
          </a:xfrm>
          <a:prstGeom prst="down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